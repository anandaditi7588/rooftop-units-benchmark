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IMAP Charge Prediction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84048" y="71323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IMAP — Integrated Modeling &amp; Analysis Platform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549640" y="182880"/>
            <a:ext cx="324612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≈9%</a:t>
            </a:r>
            <a:endParaRPr lang="en-US" sz="28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lab test time spent on charge optimization</a:t>
            </a:r>
            <a:endParaRPr lang="en-US" sz="2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70432"/>
          <a:ext cx="11457432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716046"/>
                <a:gridCol w="716046"/>
                <a:gridCol w="716046"/>
                <a:gridCol w="716046"/>
                <a:gridCol w="716046"/>
                <a:gridCol w="716046"/>
                <a:gridCol w="716046"/>
                <a:gridCol w="716046"/>
                <a:gridCol w="716046"/>
                <a:gridCol w="716046"/>
                <a:gridCol w="716046"/>
                <a:gridCol w="716046"/>
                <a:gridCol w="716046"/>
              </a:tblGrid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family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 Fuel Heat Pump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FA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5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Efficiency Unit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9C4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4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Efficiency Unit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A0D0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Tonnage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 optimization (days)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duration (days)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 optimization % of 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6F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5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E9C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6EE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4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FA0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B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32918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on Dual Fuel Heat Pump test plan</a:t>
            </a:r>
            <a:endParaRPr lang="en-US" sz="13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611880"/>
          <a:ext cx="576072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508635"/>
                <a:gridCol w="508635"/>
                <a:gridCol w="508635"/>
                <a:gridCol w="508635"/>
                <a:gridCol w="508635"/>
                <a:gridCol w="508635"/>
                <a:gridCol w="508635"/>
                <a:gridCol w="508635"/>
              </a:tblGrid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 — accuracy 80–85%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6B6B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4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— accuracy 95–97%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FA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Tonnage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strike="sngStrike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strike="sngStrike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 opt. days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strike="sngStrike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strike="sngStrike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duration (days)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strike="sngStrike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strike="sngStrike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days, all units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4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6F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365760" y="525780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In-between 15 &amp; 20 ton units removed from lab testing — charge predicted by IMAP at 95–97% accuracy.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6400800" y="3383280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F2F5F9"/>
          </a:solidFill>
          <a:ln w="12700">
            <a:solidFill>
              <a:srgbClr val="C9D2D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6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≈50%</a:t>
            </a:r>
            <a:endParaRPr lang="en-US" sz="4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total test days</a:t>
            </a:r>
            <a:endParaRPr lang="en-US" sz="40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571 → 256 days</a:t>
            </a:r>
            <a:endParaRPr lang="en-US" sz="4000" dirty="0"/>
          </a:p>
        </p:txBody>
      </p:sp>
      <p:sp>
        <p:nvSpPr>
          <p:cNvPr id="10" name="Text 6"/>
          <p:cNvSpPr/>
          <p:nvPr/>
        </p:nvSpPr>
        <p:spPr>
          <a:xfrm>
            <a:off x="6400800" y="498348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9D2DC"/>
            </a:solidFill>
          </a:ln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% difference vs. lab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Pump unit:  </a:t>
            </a:r>
            <a:pPr algn="l"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Cooling unit:  </a:t>
            </a:r>
            <a:pPr algn="l"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8915400" y="3383280"/>
            <a:ext cx="2907792" cy="384048"/>
          </a:xfrm>
          <a:prstGeom prst="roundRect">
            <a:avLst>
              <a:gd name="adj" fmla="val 14286"/>
            </a:avLst>
          </a:prstGeom>
          <a:solidFill>
            <a:srgbClr val="3E9C4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 — IMAP GAP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8915400" y="3858768"/>
            <a:ext cx="2907792" cy="868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IMAP charge prediction accuracy today: </a:t>
            </a:r>
            <a:pPr algn="l"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~80–85%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to close: </a:t>
            </a:r>
            <a:pPr algn="l"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10–13 pts</a:t>
            </a:r>
            <a:pPr algn="l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(target 95–97%)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8915400" y="4773168"/>
            <a:ext cx="2907792" cy="1463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9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algn="l"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lab slots — higher utilization of test chambers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3E9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algn="l"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product development cycles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3E9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algn="l"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scales to every future unit tested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2026-07-20T09:53:16Z</dcterms:created>
  <dcterms:modified xsi:type="dcterms:W3CDTF">2026-07-20T09:53:16Z</dcterms:modified>
</cp:coreProperties>
</file>