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Compact Units + Revenue graph. Unit counts labeled above each navy bar; revenue $M values shown in a row beneath each year (aligned with the gold trend line). Native editable shapes, sized for the Sales Volumes area of the CHOICE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4773168"/>
            <a:ext cx="2880360" cy="0"/>
          </a:xfrm>
          <a:prstGeom prst="line">
            <a:avLst/>
          </a:prstGeom>
          <a:noFill/>
          <a:ln w="12700">
            <a:solidFill>
              <a:srgbClr val="B9C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" y="46817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95344" y="46817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960120" y="4423083"/>
            <a:ext cx="2880360" cy="0"/>
          </a:xfrm>
          <a:prstGeom prst="line">
            <a:avLst/>
          </a:prstGeom>
          <a:noFill/>
          <a:ln w="9525">
            <a:solidFill>
              <a:srgbClr val="E5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4331643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95344" y="433164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960120" y="4072999"/>
            <a:ext cx="2880360" cy="0"/>
          </a:xfrm>
          <a:prstGeom prst="line">
            <a:avLst/>
          </a:prstGeom>
          <a:noFill/>
          <a:ln w="9525">
            <a:solidFill>
              <a:srgbClr val="E5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3981559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895344" y="3981559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960120" y="3722914"/>
            <a:ext cx="2880360" cy="0"/>
          </a:xfrm>
          <a:prstGeom prst="line">
            <a:avLst/>
          </a:prstGeom>
          <a:noFill/>
          <a:ln w="9525">
            <a:solidFill>
              <a:srgbClr val="E5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363147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95344" y="363147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01752" y="352958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95344" y="35295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53275" y="4768734"/>
            <a:ext cx="173736" cy="443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56095" y="4553712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1413320" y="4636985"/>
            <a:ext cx="173736" cy="136183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116140" y="4417529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1,167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1773365" y="4517723"/>
            <a:ext cx="173736" cy="255445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476185" y="4298267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2,189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133410" y="4516789"/>
            <a:ext cx="173736" cy="256379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1836230" y="4297333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2,197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2493455" y="4021186"/>
            <a:ext cx="173736" cy="75198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2196275" y="3801730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6,444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853500" y="3794798"/>
            <a:ext cx="173736" cy="97837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2556320" y="3575342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8,384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213545" y="4041841"/>
            <a:ext cx="173736" cy="73132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2916365" y="3794028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6,267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573590" y="3965756"/>
            <a:ext cx="173736" cy="8074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3276410" y="3659246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6,919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 flipV="1">
            <a:off x="1140143" y="4689148"/>
            <a:ext cx="360045" cy="81103"/>
          </a:xfrm>
          <a:prstGeom prst="line">
            <a:avLst/>
          </a:prstGeom>
          <a:noFill/>
          <a:ln w="25400">
            <a:solidFill>
              <a:srgbClr val="E0A33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500188" y="4618547"/>
            <a:ext cx="360045" cy="70600"/>
          </a:xfrm>
          <a:prstGeom prst="line">
            <a:avLst/>
          </a:prstGeom>
          <a:noFill/>
          <a:ln w="25400">
            <a:solidFill>
              <a:srgbClr val="E0A3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1860233" y="4593458"/>
            <a:ext cx="360045" cy="25089"/>
          </a:xfrm>
          <a:prstGeom prst="line">
            <a:avLst/>
          </a:prstGeom>
          <a:noFill/>
          <a:ln w="25400">
            <a:solidFill>
              <a:srgbClr val="E0A33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220278" y="4102173"/>
            <a:ext cx="360045" cy="491285"/>
          </a:xfrm>
          <a:prstGeom prst="line">
            <a:avLst/>
          </a:prstGeom>
          <a:noFill/>
          <a:ln w="25400">
            <a:solidFill>
              <a:srgbClr val="E0A33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2580323" y="3823272"/>
            <a:ext cx="360045" cy="278901"/>
          </a:xfrm>
          <a:prstGeom prst="line">
            <a:avLst/>
          </a:prstGeom>
          <a:noFill/>
          <a:ln w="25400">
            <a:solidFill>
              <a:srgbClr val="E0A33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40368" y="3823272"/>
            <a:ext cx="360045" cy="190213"/>
          </a:xfrm>
          <a:prstGeom prst="line">
            <a:avLst/>
          </a:prstGeom>
          <a:noFill/>
          <a:ln w="25400">
            <a:solidFill>
              <a:srgbClr val="E0A33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3300413" y="3878702"/>
            <a:ext cx="360045" cy="134783"/>
          </a:xfrm>
          <a:prstGeom prst="line">
            <a:avLst/>
          </a:prstGeom>
          <a:noFill/>
          <a:ln w="25400">
            <a:solidFill>
              <a:srgbClr val="E0A33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03567" y="4733675"/>
            <a:ext cx="73152" cy="73152"/>
          </a:xfrm>
          <a:prstGeom prst="ellipse">
            <a:avLst/>
          </a:prstGeom>
          <a:solidFill>
            <a:srgbClr val="E0A3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612" y="4652572"/>
            <a:ext cx="73152" cy="73152"/>
          </a:xfrm>
          <a:prstGeom prst="ellipse">
            <a:avLst/>
          </a:prstGeom>
          <a:solidFill>
            <a:srgbClr val="E0A3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3657" y="4581971"/>
            <a:ext cx="73152" cy="73152"/>
          </a:xfrm>
          <a:prstGeom prst="ellipse">
            <a:avLst/>
          </a:prstGeom>
          <a:solidFill>
            <a:srgbClr val="E0A3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83702" y="4556882"/>
            <a:ext cx="73152" cy="73152"/>
          </a:xfrm>
          <a:prstGeom prst="ellipse">
            <a:avLst/>
          </a:prstGeom>
          <a:solidFill>
            <a:srgbClr val="E0A3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43747" y="4065597"/>
            <a:ext cx="73152" cy="73152"/>
          </a:xfrm>
          <a:prstGeom prst="ellipse">
            <a:avLst/>
          </a:prstGeom>
          <a:solidFill>
            <a:srgbClr val="E0A3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03792" y="3786696"/>
            <a:ext cx="73152" cy="73152"/>
          </a:xfrm>
          <a:prstGeom prst="ellipse">
            <a:avLst/>
          </a:prstGeom>
          <a:solidFill>
            <a:srgbClr val="E0A3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63837" y="3976908"/>
            <a:ext cx="73152" cy="73152"/>
          </a:xfrm>
          <a:prstGeom prst="ellipse">
            <a:avLst/>
          </a:prstGeom>
          <a:solidFill>
            <a:srgbClr val="E0A3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23882" y="3842126"/>
            <a:ext cx="73152" cy="73152"/>
          </a:xfrm>
          <a:prstGeom prst="ellipse">
            <a:avLst/>
          </a:prstGeom>
          <a:solidFill>
            <a:srgbClr val="E0A3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4818888"/>
            <a:ext cx="3600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923544" y="4974336"/>
            <a:ext cx="43319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$0.5M</a:t>
            </a: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1320165" y="4818888"/>
            <a:ext cx="3600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283589" y="4974336"/>
            <a:ext cx="43319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$14.4M</a:t>
            </a:r>
            <a:endParaRPr lang="en-US" sz="550" dirty="0"/>
          </a:p>
        </p:txBody>
      </p:sp>
      <p:sp>
        <p:nvSpPr>
          <p:cNvPr id="51" name="Text 49"/>
          <p:cNvSpPr/>
          <p:nvPr/>
        </p:nvSpPr>
        <p:spPr>
          <a:xfrm>
            <a:off x="1680210" y="4818888"/>
            <a:ext cx="3600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643634" y="4974336"/>
            <a:ext cx="43319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$26.5M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2040255" y="4818888"/>
            <a:ext cx="3600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003679" y="4974336"/>
            <a:ext cx="43319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$30.8M</a:t>
            </a:r>
            <a:endParaRPr lang="en-US" sz="550" dirty="0"/>
          </a:p>
        </p:txBody>
      </p:sp>
      <p:sp>
        <p:nvSpPr>
          <p:cNvPr id="55" name="Text 53"/>
          <p:cNvSpPr/>
          <p:nvPr/>
        </p:nvSpPr>
        <p:spPr>
          <a:xfrm>
            <a:off x="2400300" y="4818888"/>
            <a:ext cx="3600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363724" y="4974336"/>
            <a:ext cx="43319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$115.0M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2760345" y="4818888"/>
            <a:ext cx="3600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723769" y="4974336"/>
            <a:ext cx="43319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$162.8M</a:t>
            </a:r>
            <a:endParaRPr lang="en-US" sz="550" dirty="0"/>
          </a:p>
        </p:txBody>
      </p:sp>
      <p:sp>
        <p:nvSpPr>
          <p:cNvPr id="59" name="Text 57"/>
          <p:cNvSpPr/>
          <p:nvPr/>
        </p:nvSpPr>
        <p:spPr>
          <a:xfrm>
            <a:off x="3120390" y="4818888"/>
            <a:ext cx="3600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083814" y="4974336"/>
            <a:ext cx="43319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$130.2M</a:t>
            </a:r>
            <a:endParaRPr lang="en-US" sz="550" dirty="0"/>
          </a:p>
        </p:txBody>
      </p:sp>
      <p:sp>
        <p:nvSpPr>
          <p:cNvPr id="61" name="Text 59"/>
          <p:cNvSpPr/>
          <p:nvPr/>
        </p:nvSpPr>
        <p:spPr>
          <a:xfrm>
            <a:off x="3480435" y="4818888"/>
            <a:ext cx="3600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443859" y="4974336"/>
            <a:ext cx="43319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$153.3M</a:t>
            </a:r>
            <a:endParaRPr lang="en-US" sz="550" dirty="0"/>
          </a:p>
        </p:txBody>
      </p:sp>
      <p:sp>
        <p:nvSpPr>
          <p:cNvPr id="63" name="Shape 61"/>
          <p:cNvSpPr/>
          <p:nvPr/>
        </p:nvSpPr>
        <p:spPr>
          <a:xfrm>
            <a:off x="1051560" y="3291840"/>
            <a:ext cx="146304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4" name="Text 62"/>
          <p:cNvSpPr/>
          <p:nvPr/>
        </p:nvSpPr>
        <p:spPr>
          <a:xfrm>
            <a:off x="1234440" y="32278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(Qty)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194560" y="3337560"/>
            <a:ext cx="182880" cy="0"/>
          </a:xfrm>
          <a:prstGeom prst="line">
            <a:avLst/>
          </a:prstGeom>
          <a:noFill/>
          <a:ln w="25400">
            <a:solidFill>
              <a:srgbClr val="E0A33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58568" y="3300984"/>
            <a:ext cx="73152" cy="73152"/>
          </a:xfrm>
          <a:prstGeom prst="ellipse">
            <a:avLst/>
          </a:prstGeom>
          <a:solidFill>
            <a:srgbClr val="E0A33E"/>
          </a:solidFill>
          <a:ln/>
        </p:spPr>
      </p:sp>
      <p:sp>
        <p:nvSpPr>
          <p:cNvPr id="67" name="Text 65"/>
          <p:cNvSpPr/>
          <p:nvPr/>
        </p:nvSpPr>
        <p:spPr>
          <a:xfrm>
            <a:off x="2423160" y="3227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($M)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60120" y="51572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= AOP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2026-07-21T10:07:36Z</dcterms:created>
  <dcterms:modified xsi:type="dcterms:W3CDTF">2026-07-21T10:07:36Z</dcterms:modified>
</cp:coreProperties>
</file>