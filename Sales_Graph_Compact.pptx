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Compact Units + Revenue graph sized (~3.9 x 2.0 in) to drop into the 'Sales Volumes (Units) and Revenue' area of the CHOICE Development Program slide. Native editable shapes: navy columns = units (left axis), gold line = revenue $M (right axis). No title/KPI cards since the host slide already provides them. Positioned at the slot location so copy-paste lands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4892040"/>
            <a:ext cx="2651760" cy="0"/>
          </a:xfrm>
          <a:prstGeom prst="line">
            <a:avLst/>
          </a:prstGeom>
          <a:noFill/>
          <a:ln w="12700">
            <a:solidFill>
              <a:srgbClr val="B9C0C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480060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66744" y="4800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60120" y="4465320"/>
            <a:ext cx="2651760" cy="0"/>
          </a:xfrm>
          <a:prstGeom prst="line">
            <a:avLst/>
          </a:prstGeom>
          <a:noFill/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" y="437388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66744" y="43738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960120" y="4038600"/>
            <a:ext cx="2651760" cy="0"/>
          </a:xfrm>
          <a:prstGeom prst="line">
            <a:avLst/>
          </a:prstGeom>
          <a:noFill/>
          <a:ln w="9525">
            <a:solidFill>
              <a:srgbClr val="E5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394716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666744" y="3947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960120" y="3611880"/>
            <a:ext cx="2651760" cy="0"/>
          </a:xfrm>
          <a:prstGeom prst="line">
            <a:avLst/>
          </a:prstGeom>
          <a:noFill/>
          <a:ln w="9525">
            <a:solidFill>
              <a:srgbClr val="E5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" y="352044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666744" y="3520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01752" y="339242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666744" y="33924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A6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$M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96012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365885" y="4726046"/>
            <a:ext cx="182880" cy="16599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29159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697355" y="4580677"/>
            <a:ext cx="182880" cy="311363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2306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028825" y="4579539"/>
            <a:ext cx="182880" cy="312501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95453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360295" y="3975445"/>
            <a:ext cx="182880" cy="916595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691765" y="3699500"/>
            <a:ext cx="182880" cy="11925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261747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023235" y="4000622"/>
            <a:ext cx="182880" cy="89141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294894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354705" y="3907881"/>
            <a:ext cx="182880" cy="984159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280410" y="4928616"/>
            <a:ext cx="331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 flipV="1">
            <a:off x="1125855" y="4789627"/>
            <a:ext cx="331470" cy="98857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457325" y="4703572"/>
            <a:ext cx="331470" cy="86055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788795" y="4672990"/>
            <a:ext cx="331470" cy="30582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120265" y="4074160"/>
            <a:ext cx="331470" cy="598830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2451735" y="3734206"/>
            <a:ext cx="331470" cy="339954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83205" y="3734206"/>
            <a:ext cx="331470" cy="231851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3114675" y="3801770"/>
            <a:ext cx="331470" cy="164287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6993" y="4849622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418463" y="4750765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749933" y="4664710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81403" y="4634128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12873" y="4035298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4343" y="3695344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5813" y="3927196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07283" y="3762908"/>
            <a:ext cx="77724" cy="77724"/>
          </a:xfrm>
          <a:prstGeom prst="ellipse">
            <a:avLst/>
          </a:prstGeom>
          <a:solidFill>
            <a:srgbClr val="E0A3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90597" y="3496462"/>
            <a:ext cx="58521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2371725" y="348731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$162.8M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1051560" y="3328416"/>
            <a:ext cx="146304" cy="91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9" name="Text 47"/>
          <p:cNvSpPr/>
          <p:nvPr/>
        </p:nvSpPr>
        <p:spPr>
          <a:xfrm>
            <a:off x="1234440" y="326440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(Qty)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194560" y="3374136"/>
            <a:ext cx="182880" cy="0"/>
          </a:xfrm>
          <a:prstGeom prst="line">
            <a:avLst/>
          </a:prstGeom>
          <a:noFill/>
          <a:ln w="25400">
            <a:solidFill>
              <a:srgbClr val="E0A33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58568" y="3337560"/>
            <a:ext cx="73152" cy="73152"/>
          </a:xfrm>
          <a:prstGeom prst="ellipse">
            <a:avLst/>
          </a:prstGeom>
          <a:solidFill>
            <a:srgbClr val="E0A33E"/>
          </a:solidFill>
          <a:ln/>
        </p:spPr>
      </p:sp>
      <p:sp>
        <p:nvSpPr>
          <p:cNvPr id="52" name="Text 50"/>
          <p:cNvSpPr/>
          <p:nvPr/>
        </p:nvSpPr>
        <p:spPr>
          <a:xfrm>
            <a:off x="2423160" y="3264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960120" y="511149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= AOP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2026-07-21T09:44:44Z</dcterms:created>
  <dcterms:modified xsi:type="dcterms:W3CDTF">2026-07-21T09:44:44Z</dcterms:modified>
</cp:coreProperties>
</file>