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Units + Revenue graph built entirely from native PowerPoint shapes (rectangles for unit columns, line segments + ellipse markers for the revenue trend, text boxes for all labels). Every element is individually selectable and editable in any version of PowerPoint - no embedded chart object, no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&amp; Revenue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75488" y="9144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Revenue by Calendar Year  •  FY2019 – FY2026 (AOP)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34440" y="5897880"/>
            <a:ext cx="7132320" cy="0"/>
          </a:xfrm>
          <a:prstGeom prst="line">
            <a:avLst/>
          </a:prstGeom>
          <a:noFill/>
          <a:ln w="15875">
            <a:solidFill>
              <a:srgbClr val="B9C0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7790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58200" y="57790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34440" y="5242560"/>
            <a:ext cx="713232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51236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58200" y="51236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4587240"/>
            <a:ext cx="713232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4683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58200" y="44683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3931920"/>
            <a:ext cx="713232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130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58200" y="3813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3276600"/>
            <a:ext cx="713232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577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1577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34440" y="2621280"/>
            <a:ext cx="713232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024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58200" y="25024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34440" y="1965960"/>
            <a:ext cx="7132320" cy="0"/>
          </a:xfrm>
          <a:prstGeom prst="line">
            <a:avLst/>
          </a:prstGeom>
          <a:noFill/>
          <a:ln w="12700">
            <a:solidFill>
              <a:srgbClr val="E5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470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58200" y="1847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79042" y="5881279"/>
            <a:ext cx="402336" cy="16601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131570" y="5606959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0582" y="5388041"/>
            <a:ext cx="402336" cy="509839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2023110" y="511372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2598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62122" y="4941550"/>
            <a:ext cx="402336" cy="95633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2914650" y="466723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01752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53662" y="4938055"/>
            <a:ext cx="402336" cy="959825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806190" y="4663735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0906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45202" y="3082625"/>
            <a:ext cx="402336" cy="2815255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4697730" y="2808305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6,444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36742" y="2235078"/>
            <a:ext cx="402336" cy="366280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589270" y="196075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9214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28282" y="3159953"/>
            <a:ext cx="402336" cy="273792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6480810" y="2885633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6,267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719822" y="2875107"/>
            <a:ext cx="402336" cy="3022773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7372350" y="2600787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6,919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75220" y="5971032"/>
            <a:ext cx="891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(AOP)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 flipV="1">
            <a:off x="1680210" y="5583326"/>
            <a:ext cx="891540" cy="303632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571750" y="5319014"/>
            <a:ext cx="891540" cy="264312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463290" y="5225085"/>
            <a:ext cx="891540" cy="93929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354830" y="3385820"/>
            <a:ext cx="891540" cy="1839265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246370" y="2341677"/>
            <a:ext cx="891540" cy="1044143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37910" y="2341677"/>
            <a:ext cx="891540" cy="712114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7029450" y="2549195"/>
            <a:ext cx="891540" cy="504596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69314" y="5566918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1611630" y="5818378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85850" y="556691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260854" y="5263286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2503170" y="5514746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77390" y="526328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$14.4M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52394" y="4998974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3394710" y="5250434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68930" y="499897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$26.5M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043934" y="4905045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4286250" y="5156505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60470" y="4905045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$30.8M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935474" y="3065780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5177790" y="3317240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52010" y="30657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$115.0M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827014" y="2021637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6069330" y="2273097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43550" y="2021637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$162.8M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718554" y="2733751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6960870" y="2985211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35090" y="2733751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$130.2M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610094" y="2229155"/>
            <a:ext cx="621792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7852410" y="2480615"/>
            <a:ext cx="137160" cy="137160"/>
          </a:xfrm>
          <a:prstGeom prst="ellipse">
            <a:avLst/>
          </a:prstGeom>
          <a:solidFill>
            <a:srgbClr val="E0A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26630" y="2229155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$153.3M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234440" y="1965960"/>
            <a:ext cx="0" cy="3931920"/>
          </a:xfrm>
          <a:prstGeom prst="line">
            <a:avLst/>
          </a:prstGeom>
          <a:noFill/>
          <a:ln w="15875">
            <a:solidFill>
              <a:srgbClr val="B9C0C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66760" y="1965960"/>
            <a:ext cx="0" cy="3931920"/>
          </a:xfrm>
          <a:prstGeom prst="line">
            <a:avLst/>
          </a:prstGeom>
          <a:noFill/>
          <a:ln w="15875">
            <a:solidFill>
              <a:srgbClr val="B9C0C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" y="16550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458200" y="165506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200400" y="1508760"/>
            <a:ext cx="256032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5" name="Text 83"/>
          <p:cNvSpPr/>
          <p:nvPr/>
        </p:nvSpPr>
        <p:spPr>
          <a:xfrm>
            <a:off x="3511296" y="1426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(Qty)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983480" y="1581912"/>
            <a:ext cx="310896" cy="0"/>
          </a:xfrm>
          <a:prstGeom prst="line">
            <a:avLst/>
          </a:prstGeom>
          <a:noFill/>
          <a:ln w="34925">
            <a:solidFill>
              <a:srgbClr val="E0A33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84064" y="1517904"/>
            <a:ext cx="128016" cy="128016"/>
          </a:xfrm>
          <a:prstGeom prst="ellipse">
            <a:avLst/>
          </a:prstGeom>
          <a:solidFill>
            <a:srgbClr val="E0A33E"/>
          </a:solidFill>
          <a:ln/>
        </p:spPr>
      </p:sp>
      <p:sp>
        <p:nvSpPr>
          <p:cNvPr id="88" name="Text 86"/>
          <p:cNvSpPr/>
          <p:nvPr/>
        </p:nvSpPr>
        <p:spPr>
          <a:xfrm>
            <a:off x="5394960" y="1426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9189720" y="16002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9445752" y="174650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$162.8M</a:t>
            </a:r>
            <a:endParaRPr lang="en-US" sz="3100" dirty="0"/>
          </a:p>
        </p:txBody>
      </p:sp>
      <p:sp>
        <p:nvSpPr>
          <p:cNvPr id="91" name="Text 89"/>
          <p:cNvSpPr/>
          <p:nvPr/>
        </p:nvSpPr>
        <p:spPr>
          <a:xfrm>
            <a:off x="9464040" y="235000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revenue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9464040" y="26426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high-water mark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9189720" y="33375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9445752" y="348386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8,384</a:t>
            </a:r>
            <a:endParaRPr lang="en-US" sz="3100" dirty="0"/>
          </a:p>
        </p:txBody>
      </p:sp>
      <p:sp>
        <p:nvSpPr>
          <p:cNvPr id="95" name="Text 93"/>
          <p:cNvSpPr/>
          <p:nvPr/>
        </p:nvSpPr>
        <p:spPr>
          <a:xfrm>
            <a:off x="9464040" y="40873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units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9464040" y="43799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high-water mark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9189720" y="50749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9445752" y="522122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3100" dirty="0"/>
          </a:p>
        </p:txBody>
      </p:sp>
      <p:sp>
        <p:nvSpPr>
          <p:cNvPr id="99" name="Text 97"/>
          <p:cNvSpPr/>
          <p:nvPr/>
        </p:nvSpPr>
        <p:spPr>
          <a:xfrm>
            <a:off x="9464040" y="58247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9464040" y="6117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→ FY2026 (AOP)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457200" y="6537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 Volumes (Units) and Revenue, Sheet1.  CAGR measured from FY2020 (first full year).  AOP = Annual Operating Plan.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2026-07-21T09:19:54Z</dcterms:created>
  <dcterms:modified xsi:type="dcterms:W3CDTF">2026-07-21T09:19:54Z</dcterms:modified>
</cp:coreProperties>
</file>